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54f3e7b0-0820-f893-e5dd-b6399d1fb674}">
          <p14:sldIdLst>
            <p14:sldId id="256"/>
            <p14:sldId id="257"/>
          </p14:sldIdLst>
        </p14:section>
        <p14:section name="How" id="{849b7058-68b4-7178-a5b5-71b37335ca8f}">
          <p14:sldIdLst>
            <p14:sldId id="258"/>
            <p14:sldId id="259"/>
          </p14:sldIdLst>
        </p14:section>
        <p14:section name="Demo" id="{e5b143da-2ebd-1d30-5703-116cf67154a5}">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And our strategy may not call an LLM during the game anyway: stdlib only, no network. So the LLM is the programmer, not the player, and it never checks its own work: plain code runs everything it writes and keeps only what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How: the LLM writes, our code verifies. The LLM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After the organisers' midpoint evaluation, Timo's two experiments rejected two ideas and traced our weak runs to the simulator check, which we fixed.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(2:15–3:00) Finally, one real run, recorded in the evaluation’s Docker container on the task-A budget. After 24 seconds the first valid draft leads. At 35 seconds the simulator fails a worked example from the spec, at 68 it is repaired and passes. Self-play ranks the drafts, an improvement round adds a challenger, and at 141 seconds the champion is delivered, for 1.8 cents. Spec in, strategy out, never a forfeit. Thank you.
LIVE DEMO OPTION: start `./run.sh tasks/beta-A` on a second screen when the pitch begins (about 2.5 minutes, about $0.02); on this slide show its last lines (exit code 0) and `arena check ... PASSED`. If anything goes wrong, this slide is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06324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06324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2160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2160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37997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37997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297180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88620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code written by an LLM matches or beats an LLM picking the moves</a:t>
            </a:r>
            <a:endParaRPr lang="en-US" sz="1600" dirty="0"/>
          </a:p>
        </p:txBody>
      </p:sp>
      <p:sp>
        <p:nvSpPr>
          <p:cNvPr id="16" name="Text 14"/>
          <p:cNvSpPr txBox="1"/>
          <p:nvPr/>
        </p:nvSpPr>
        <p:spPr>
          <a:xfrm>
            <a:off x="4663440" y="480060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03120"/>
            <a:ext cx="3520440" cy="3429000"/>
          </a:xfrm>
          <a:prstGeom prst="roundRect">
            <a:avLst>
              <a:gd name="adj" fmla="val 3200"/>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37744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4572000"/>
            <a:ext cx="2880360" cy="731520"/>
          </a:xfrm>
          <a:prstGeom prst="rect">
            <a:avLst/>
          </a:prstGeom>
          <a:noFill/>
          <a:ln/>
        </p:spPr>
        <p:txBody>
          <a:bodyPr wrap="square" lIns="0" tIns="0" rIns="0" bIns="0" rtlCol="0" anchor="t"/>
          <a:lstStyle/>
          <a:p>
            <a:pPr indent="0" marL="0">
              <a:buNone/>
            </a:pPr>
            <a:r>
              <a:rPr lang="en-US" sz="1800" dirty="0">
                <a:solidFill>
                  <a:srgbClr val="AEB6C2"/>
                </a:solidFill>
                <a:latin typeface="Calibri" pitchFamily="34" charset="0"/>
                <a:ea typeface="Calibri" pitchFamily="34" charset="-122"/>
                <a:cs typeface="Calibri" pitchFamily="34" charset="-120"/>
              </a:rPr>
              <a:t>Plain code, not the LLM, checks everything it writes.</a:t>
            </a:r>
            <a:endParaRPr lang="en-US" sz="1800" dirty="0"/>
          </a:p>
        </p:txBody>
      </p:sp>
      <p:sp>
        <p:nvSpPr>
          <p:cNvPr id="20" name="Text 18"/>
          <p:cNvSpPr txBox="1"/>
          <p:nvPr/>
        </p:nvSpPr>
        <p:spPr>
          <a:xfrm>
            <a:off x="8458200" y="2971800"/>
            <a:ext cx="2880360" cy="132588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1" name="Text 19"/>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The LLM writes, our code verifies</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 · 2 experiments</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2 ideas rejected, 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DEMO · 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141 seconds, 1.8 cents, one champion</a:t>
            </a:r>
            <a:endParaRPr lang="en-US" sz="3400" dirty="0"/>
          </a:p>
        </p:txBody>
      </p:sp>
      <p:sp>
        <p:nvSpPr>
          <p:cNvPr id="4" name="axis"/>
          <p:cNvSpPr/>
          <p:nvPr/>
        </p:nvSpPr>
        <p:spPr>
          <a:xfrm>
            <a:off x="822960" y="333756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33756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56616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56616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28269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28269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28269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28269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28269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28269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532120"/>
            <a:ext cx="7772400" cy="502920"/>
          </a:xfrm>
          <a:prstGeom prst="rect">
            <a:avLst/>
          </a:prstGeom>
          <a:noFill/>
          <a:ln/>
        </p:spPr>
        <p:txBody>
          <a:bodyPr wrap="square" lIns="0" tIns="0" rIns="0" bIns="0" rtlCol="0" anchor="ctr"/>
          <a:lstStyle/>
          <a:p>
            <a:pPr indent="0" marL="0">
              <a:buNone/>
            </a:pPr>
            <a:r>
              <a:rPr lang="en-US" sz="26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2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2026-10-24T13:34:18Z</dcterms:created>
  <dcterms:modified xsi:type="dcterms:W3CDTF">2026-10-24T13:34:18Z</dcterms:modified>
</cp:coreProperties>
</file>